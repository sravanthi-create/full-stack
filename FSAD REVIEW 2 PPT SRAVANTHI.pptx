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  <p:bold r:id="rId29"/>
      <p:italic r:id="rId30"/>
      <p:boldItalic r:id="rId31"/>
    </p:embeddedFont>
    <p:embeddedFont>
      <p:font typeface="Gotham Bold Italics" panose="020B0604020202020204" charset="0"/>
      <p:regular r:id="rId28"/>
      <p:bold r:id="rId28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2DBD0-AAB6-4E73-82C9-418C63D00A16}" v="100" dt="2026-04-19T16:00:29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>
      <p:cViewPr varScale="1">
        <p:scale>
          <a:sx n="73" d="100"/>
          <a:sy n="73" d="100"/>
        </p:scale>
        <p:origin x="208" y="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/>
                <a:ea typeface="Cambria"/>
              </a:rPr>
              <a:t>D.Sravanthi</a:t>
            </a:r>
            <a:r>
              <a:rPr lang="en-US" sz="3000" dirty="0">
                <a:latin typeface="Cambria"/>
                <a:ea typeface="Cambria"/>
              </a:rPr>
              <a:t>– VTU26109 – 23UECS0709</a:t>
            </a:r>
            <a:endParaRPr lang="en-IN" sz="3000" dirty="0">
              <a:latin typeface="Cambria"/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dirty="0"/>
              <a:t>•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designed to connect job seekers and employers on a single platform.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students and job seekers create professional profiles and upload their resumes for better visibility.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the manual effort involved in traditional job searching and recruitment processes.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 to users.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enhances communication between job seekers and employers through automated updates and alerts.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ensures secure login with role-based access control (Student, Employer, Admin).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it simplifies, organizes, and digitalizes the recruitment process for better efficiency.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1C82A-3AE1-8214-C930-CFAEBF0C7E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6" b="411"/>
          <a:stretch>
            <a:fillRect/>
          </a:stretch>
        </p:blipFill>
        <p:spPr>
          <a:xfrm>
            <a:off x="2326085" y="1562100"/>
            <a:ext cx="11055989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HTML, CSS,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Boot, Spring MVC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Workbench, Spring Initializer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or above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Job Seeker (User)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profile creation, resume upload, job search, and applying for jobs.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Employer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 login, posting job vacancies, managing job listings, and viewing applicants.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 Job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details, job updates, filtering, searching, and deletion of job postings.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Application Management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application tracking, status updates, and shortlist/reject process.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Notification Module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email notifications and alerts for job applications, status updates, and job postings.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38204C-60B5-4E66-204C-A322C3723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795" y="1995749"/>
            <a:ext cx="13267151" cy="59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74B9AD-B622-1983-3240-DDC8636C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735" y="1281954"/>
            <a:ext cx="13323794" cy="535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3" name="Picture 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5BFEC63-AD38-2B96-E382-7C12945FA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323" y="1188944"/>
            <a:ext cx="4762500" cy="558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F947EC-D539-72DD-2A88-B83C98552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824" y="1279994"/>
            <a:ext cx="14466792" cy="596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549BD0-E289-9E93-33F9-CA31DC652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191" y="1404937"/>
            <a:ext cx="14147425" cy="52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4508</TotalTime>
  <Words>1462</Words>
  <Application>Microsoft Office PowerPoint</Application>
  <PresentationFormat>Custom</PresentationFormat>
  <Paragraphs>378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sai charan</cp:lastModifiedBy>
  <cp:revision>62</cp:revision>
  <dcterms:created xsi:type="dcterms:W3CDTF">2006-08-16T00:00:00Z</dcterms:created>
  <dcterms:modified xsi:type="dcterms:W3CDTF">2026-04-19T16:00:47Z</dcterms:modified>
  <dc:identifier>DAHCaYqJ9OU</dc:identifier>
</cp:coreProperties>
</file>