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libri" pitchFamily="34" charset="0"/>
      <p:regular r:id="rId18"/>
      <p:bold r:id="rId19"/>
      <p:italic r:id="rId20"/>
      <p:boldItalic r:id="rId21"/>
    </p:embeddedFont>
    <p:embeddedFont>
      <p:font typeface="Cambria" pitchFamily="18" charset="0"/>
      <p:regular r:id="rId22"/>
      <p:bold r:id="rId23"/>
      <p:italic r:id="rId24"/>
      <p:boldItalic r:id="rId25"/>
    </p:embeddedFont>
    <p:embeddedFont>
      <p:font typeface="Bookman Old Style" pitchFamily="18" charset="0"/>
      <p:regular r:id="rId26"/>
      <p:bold r:id="rId27"/>
      <p:italic r:id="rId28"/>
      <p:boldItalic r:id="rId29"/>
    </p:embeddedFont>
    <p:embeddedFont>
      <p:font typeface="Gotham" charset="0"/>
      <p:regular r:id="rId30"/>
    </p:embeddedFont>
    <p:embeddedFont>
      <p:font typeface="Gotham Bold Italics"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33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D8C8D-4360-435C-8B69-E893A6E75E11}" v="44" dt="2026-03-22T14:23:42.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99" autoAdjust="0"/>
    <p:restoredTop sz="94622" autoAdjust="0"/>
  </p:normalViewPr>
  <p:slideViewPr>
    <p:cSldViewPr>
      <p:cViewPr varScale="1">
        <p:scale>
          <a:sx n="41" d="100"/>
          <a:sy n="41" d="100"/>
        </p:scale>
        <p:origin x="-836" y="-1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madisetty mohith" userId="dcf4cd7b9224ec9a" providerId="LiveId" clId="{80BC5271-2EF7-4AC7-9212-08AF10325BF1}"/>
    <pc:docChg chg="custSel modSld">
      <pc:chgData name="immadisetty mohith" userId="dcf4cd7b9224ec9a" providerId="LiveId" clId="{80BC5271-2EF7-4AC7-9212-08AF10325BF1}" dt="2026-03-22T16:36:13.348" v="73" actId="20577"/>
      <pc:docMkLst>
        <pc:docMk/>
      </pc:docMkLst>
      <pc:sldChg chg="modSp mod">
        <pc:chgData name="immadisetty mohith" userId="dcf4cd7b9224ec9a" providerId="LiveId" clId="{80BC5271-2EF7-4AC7-9212-08AF10325BF1}" dt="2026-03-22T16:36:13.348" v="73" actId="20577"/>
        <pc:sldMkLst>
          <pc:docMk/>
          <pc:sldMk cId="0" sldId="256"/>
        </pc:sldMkLst>
        <pc:spChg chg="mod">
          <ac:chgData name="immadisetty mohith" userId="dcf4cd7b9224ec9a" providerId="LiveId" clId="{80BC5271-2EF7-4AC7-9212-08AF10325BF1}" dt="2026-03-22T16:36:13.348" v="73" actId="20577"/>
          <ac:spMkLst>
            <pc:docMk/>
            <pc:sldMk cId="0" sldId="256"/>
            <ac:spMk id="27" creationId="{AC6C53BF-3850-6683-E07F-D595EC8B02B2}"/>
          </ac:spMkLst>
        </pc:spChg>
      </pc:sldChg>
      <pc:sldChg chg="addSp delSp modSp mod">
        <pc:chgData name="immadisetty mohith" userId="dcf4cd7b9224ec9a" providerId="LiveId" clId="{80BC5271-2EF7-4AC7-9212-08AF10325BF1}" dt="2026-03-22T14:17:44.401" v="21" actId="20577"/>
        <pc:sldMkLst>
          <pc:docMk/>
          <pc:sldMk cId="1998101144" sldId="266"/>
        </pc:sldMkLst>
        <pc:spChg chg="add">
          <ac:chgData name="immadisetty mohith" userId="dcf4cd7b9224ec9a" providerId="LiveId" clId="{80BC5271-2EF7-4AC7-9212-08AF10325BF1}" dt="2026-03-22T14:16:21.600" v="1"/>
          <ac:spMkLst>
            <pc:docMk/>
            <pc:sldMk cId="1998101144" sldId="266"/>
            <ac:spMk id="2" creationId="{EC23A9F8-EEA7-3CE6-620A-C3C1A23D7D9E}"/>
          </ac:spMkLst>
        </pc:spChg>
        <pc:spChg chg="add">
          <ac:chgData name="immadisetty mohith" userId="dcf4cd7b9224ec9a" providerId="LiveId" clId="{80BC5271-2EF7-4AC7-9212-08AF10325BF1}" dt="2026-03-22T14:17:13.379" v="6"/>
          <ac:spMkLst>
            <pc:docMk/>
            <pc:sldMk cId="1998101144" sldId="266"/>
            <ac:spMk id="4" creationId="{6CC394CE-4ECE-0806-80A9-16BE6FBF45D8}"/>
          </ac:spMkLst>
        </pc:spChg>
        <pc:spChg chg="mod">
          <ac:chgData name="immadisetty mohith" userId="dcf4cd7b9224ec9a" providerId="LiveId" clId="{80BC5271-2EF7-4AC7-9212-08AF10325BF1}" dt="2026-03-22T14:17:44.401" v="21" actId="20577"/>
          <ac:spMkLst>
            <pc:docMk/>
            <pc:sldMk cId="1998101144" sldId="266"/>
            <ac:spMk id="44" creationId="{9EC6A4DA-6D4B-3E6A-CF92-E543DD7AFBF5}"/>
          </ac:spMkLst>
        </pc:spChg>
        <pc:picChg chg="add del mod">
          <ac:chgData name="immadisetty mohith" userId="dcf4cd7b9224ec9a" providerId="LiveId" clId="{80BC5271-2EF7-4AC7-9212-08AF10325BF1}" dt="2026-03-22T14:16:49.694" v="5" actId="21"/>
          <ac:picMkLst>
            <pc:docMk/>
            <pc:sldMk cId="1998101144" sldId="266"/>
            <ac:picMk id="3" creationId="{9190A889-4038-1DA7-0A5A-85C1F085CA55}"/>
          </ac:picMkLst>
        </pc:picChg>
        <pc:picChg chg="del">
          <ac:chgData name="immadisetty mohith" userId="dcf4cd7b9224ec9a" providerId="LiveId" clId="{80BC5271-2EF7-4AC7-9212-08AF10325BF1}" dt="2026-03-22T14:15:39.524" v="0" actId="21"/>
          <ac:picMkLst>
            <pc:docMk/>
            <pc:sldMk cId="1998101144" sldId="266"/>
            <ac:picMk id="5" creationId="{B34768D4-3CE0-1B12-B84B-679AC2AEAB95}"/>
          </ac:picMkLst>
        </pc:picChg>
        <pc:picChg chg="add mod">
          <ac:chgData name="immadisetty mohith" userId="dcf4cd7b9224ec9a" providerId="LiveId" clId="{80BC5271-2EF7-4AC7-9212-08AF10325BF1}" dt="2026-03-22T14:17:33.017" v="9" actId="1076"/>
          <ac:picMkLst>
            <pc:docMk/>
            <pc:sldMk cId="1998101144" sldId="266"/>
            <ac:picMk id="6" creationId="{F71AC22B-D387-2765-41F9-22C6313C99D3}"/>
          </ac:picMkLst>
        </pc:picChg>
      </pc:sldChg>
      <pc:sldChg chg="addSp delSp modSp mod">
        <pc:chgData name="immadisetty mohith" userId="dcf4cd7b9224ec9a" providerId="LiveId" clId="{80BC5271-2EF7-4AC7-9212-08AF10325BF1}" dt="2026-03-22T14:20:24.900" v="39" actId="1076"/>
        <pc:sldMkLst>
          <pc:docMk/>
          <pc:sldMk cId="47544820" sldId="267"/>
        </pc:sldMkLst>
        <pc:spChg chg="add">
          <ac:chgData name="immadisetty mohith" userId="dcf4cd7b9224ec9a" providerId="LiveId" clId="{80BC5271-2EF7-4AC7-9212-08AF10325BF1}" dt="2026-03-22T14:19:05.597" v="28"/>
          <ac:spMkLst>
            <pc:docMk/>
            <pc:sldMk cId="47544820" sldId="267"/>
            <ac:spMk id="2" creationId="{1758323C-0B08-E8FC-6DE0-D1C61BCBA252}"/>
          </ac:spMkLst>
        </pc:spChg>
        <pc:spChg chg="mod">
          <ac:chgData name="immadisetty mohith" userId="dcf4cd7b9224ec9a" providerId="LiveId" clId="{80BC5271-2EF7-4AC7-9212-08AF10325BF1}" dt="2026-03-22T14:20:10.972" v="35" actId="14100"/>
          <ac:spMkLst>
            <pc:docMk/>
            <pc:sldMk cId="47544820" sldId="267"/>
            <ac:spMk id="44" creationId="{6C0EA81E-D408-1A06-6895-1BF3CA09E497}"/>
          </ac:spMkLst>
        </pc:spChg>
        <pc:picChg chg="add mod">
          <ac:chgData name="immadisetty mohith" userId="dcf4cd7b9224ec9a" providerId="LiveId" clId="{80BC5271-2EF7-4AC7-9212-08AF10325BF1}" dt="2026-03-22T14:20:24.900" v="39" actId="1076"/>
          <ac:picMkLst>
            <pc:docMk/>
            <pc:sldMk cId="47544820" sldId="267"/>
            <ac:picMk id="3" creationId="{CA5DCFD6-69D2-C637-7259-372BBDB68F83}"/>
          </ac:picMkLst>
        </pc:picChg>
        <pc:picChg chg="del">
          <ac:chgData name="immadisetty mohith" userId="dcf4cd7b9224ec9a" providerId="LiveId" clId="{80BC5271-2EF7-4AC7-9212-08AF10325BF1}" dt="2026-03-22T14:18:38.255" v="27" actId="21"/>
          <ac:picMkLst>
            <pc:docMk/>
            <pc:sldMk cId="47544820" sldId="267"/>
            <ac:picMk id="6" creationId="{49DF76A1-D3D1-CBB7-8C82-F0B723FED223}"/>
          </ac:picMkLst>
        </pc:picChg>
      </pc:sldChg>
      <pc:sldChg chg="addSp delSp modSp mod">
        <pc:chgData name="immadisetty mohith" userId="dcf4cd7b9224ec9a" providerId="LiveId" clId="{80BC5271-2EF7-4AC7-9212-08AF10325BF1}" dt="2026-03-22T14:24:02.342" v="71" actId="1076"/>
        <pc:sldMkLst>
          <pc:docMk/>
          <pc:sldMk cId="84889951" sldId="268"/>
        </pc:sldMkLst>
        <pc:spChg chg="add">
          <ac:chgData name="immadisetty mohith" userId="dcf4cd7b9224ec9a" providerId="LiveId" clId="{80BC5271-2EF7-4AC7-9212-08AF10325BF1}" dt="2026-03-22T14:20:55.250" v="45"/>
          <ac:spMkLst>
            <pc:docMk/>
            <pc:sldMk cId="84889951" sldId="268"/>
            <ac:spMk id="5" creationId="{2653A768-8F8F-991C-40A1-808ECC925A79}"/>
          </ac:spMkLst>
        </pc:spChg>
        <pc:spChg chg="add">
          <ac:chgData name="immadisetty mohith" userId="dcf4cd7b9224ec9a" providerId="LiveId" clId="{80BC5271-2EF7-4AC7-9212-08AF10325BF1}" dt="2026-03-22T14:21:24.723" v="50"/>
          <ac:spMkLst>
            <pc:docMk/>
            <pc:sldMk cId="84889951" sldId="268"/>
            <ac:spMk id="38" creationId="{F4945D79-7267-A715-8B20-0988760CE3BD}"/>
          </ac:spMkLst>
        </pc:spChg>
        <pc:spChg chg="add">
          <ac:chgData name="immadisetty mohith" userId="dcf4cd7b9224ec9a" providerId="LiveId" clId="{80BC5271-2EF7-4AC7-9212-08AF10325BF1}" dt="2026-03-22T14:22:55.182" v="62"/>
          <ac:spMkLst>
            <pc:docMk/>
            <pc:sldMk cId="84889951" sldId="268"/>
            <ac:spMk id="40" creationId="{97AF833B-7A7F-69EF-AC3F-1771289669E1}"/>
          </ac:spMkLst>
        </pc:spChg>
        <pc:spChg chg="add">
          <ac:chgData name="immadisetty mohith" userId="dcf4cd7b9224ec9a" providerId="LiveId" clId="{80BC5271-2EF7-4AC7-9212-08AF10325BF1}" dt="2026-03-22T14:23:39.449" v="66"/>
          <ac:spMkLst>
            <pc:docMk/>
            <pc:sldMk cId="84889951" sldId="268"/>
            <ac:spMk id="42" creationId="{8CC8A66D-FD38-20D8-1374-1C09766B8607}"/>
          </ac:spMkLst>
        </pc:spChg>
        <pc:picChg chg="add del mod">
          <ac:chgData name="immadisetty mohith" userId="dcf4cd7b9224ec9a" providerId="LiveId" clId="{80BC5271-2EF7-4AC7-9212-08AF10325BF1}" dt="2026-03-22T14:20:42.390" v="42" actId="21"/>
          <ac:picMkLst>
            <pc:docMk/>
            <pc:sldMk cId="84889951" sldId="268"/>
            <ac:picMk id="2" creationId="{14597448-5D1F-3016-447C-84B003B98ABB}"/>
          </ac:picMkLst>
        </pc:picChg>
        <pc:picChg chg="del">
          <ac:chgData name="immadisetty mohith" userId="dcf4cd7b9224ec9a" providerId="LiveId" clId="{80BC5271-2EF7-4AC7-9212-08AF10325BF1}" dt="2026-03-22T14:20:34.738" v="40" actId="21"/>
          <ac:picMkLst>
            <pc:docMk/>
            <pc:sldMk cId="84889951" sldId="268"/>
            <ac:picMk id="3" creationId="{14597448-5D1F-3016-447C-84B003B98ABB}"/>
          </ac:picMkLst>
        </pc:picChg>
        <pc:picChg chg="add del mod">
          <ac:chgData name="immadisetty mohith" userId="dcf4cd7b9224ec9a" providerId="LiveId" clId="{80BC5271-2EF7-4AC7-9212-08AF10325BF1}" dt="2026-03-22T14:20:46.582" v="44" actId="21"/>
          <ac:picMkLst>
            <pc:docMk/>
            <pc:sldMk cId="84889951" sldId="268"/>
            <ac:picMk id="4" creationId="{14597448-5D1F-3016-447C-84B003B98ABB}"/>
          </ac:picMkLst>
        </pc:picChg>
        <pc:picChg chg="add mod">
          <ac:chgData name="immadisetty mohith" userId="dcf4cd7b9224ec9a" providerId="LiveId" clId="{80BC5271-2EF7-4AC7-9212-08AF10325BF1}" dt="2026-03-22T14:21:51.752" v="56" actId="1076"/>
          <ac:picMkLst>
            <pc:docMk/>
            <pc:sldMk cId="84889951" sldId="268"/>
            <ac:picMk id="6" creationId="{597398E5-EA6C-3FA3-6EF1-44BC1D169726}"/>
          </ac:picMkLst>
        </pc:picChg>
        <pc:picChg chg="add mod">
          <ac:chgData name="immadisetty mohith" userId="dcf4cd7b9224ec9a" providerId="LiveId" clId="{80BC5271-2EF7-4AC7-9212-08AF10325BF1}" dt="2026-03-22T14:22:25.684" v="61" actId="1076"/>
          <ac:picMkLst>
            <pc:docMk/>
            <pc:sldMk cId="84889951" sldId="268"/>
            <ac:picMk id="39" creationId="{863D77E3-A4E7-9D84-02A6-9F67EC3049E1}"/>
          </ac:picMkLst>
        </pc:picChg>
        <pc:picChg chg="add mod">
          <ac:chgData name="immadisetty mohith" userId="dcf4cd7b9224ec9a" providerId="LiveId" clId="{80BC5271-2EF7-4AC7-9212-08AF10325BF1}" dt="2026-03-22T14:23:08.825" v="65" actId="1076"/>
          <ac:picMkLst>
            <pc:docMk/>
            <pc:sldMk cId="84889951" sldId="268"/>
            <ac:picMk id="41" creationId="{83F156C0-858F-9D10-A566-74FD58DD2023}"/>
          </ac:picMkLst>
        </pc:picChg>
        <pc:picChg chg="add mod">
          <ac:chgData name="immadisetty mohith" userId="dcf4cd7b9224ec9a" providerId="LiveId" clId="{80BC5271-2EF7-4AC7-9212-08AF10325BF1}" dt="2026-03-22T14:24:02.342" v="71" actId="1076"/>
          <ac:picMkLst>
            <pc:docMk/>
            <pc:sldMk cId="84889951" sldId="268"/>
            <ac:picMk id="45" creationId="{8167279E-AA79-D9A2-9C00-D814950306ED}"/>
          </ac:picMkLst>
        </pc:picChg>
      </pc:sldChg>
      <pc:sldChg chg="addSp delSp modSp mod">
        <pc:chgData name="immadisetty mohith" userId="dcf4cd7b9224ec9a" providerId="LiveId" clId="{80BC5271-2EF7-4AC7-9212-08AF10325BF1}" dt="2026-03-22T14:18:29.960" v="26" actId="1076"/>
        <pc:sldMkLst>
          <pc:docMk/>
          <pc:sldMk cId="3981187392" sldId="269"/>
        </pc:sldMkLst>
        <pc:spChg chg="add">
          <ac:chgData name="immadisetty mohith" userId="dcf4cd7b9224ec9a" providerId="LiveId" clId="{80BC5271-2EF7-4AC7-9212-08AF10325BF1}" dt="2026-03-22T14:18:18.358" v="23"/>
          <ac:spMkLst>
            <pc:docMk/>
            <pc:sldMk cId="3981187392" sldId="269"/>
            <ac:spMk id="2" creationId="{2434CD83-930D-13FA-D1A1-2FDCF28FBC20}"/>
          </ac:spMkLst>
        </pc:spChg>
        <pc:picChg chg="del">
          <ac:chgData name="immadisetty mohith" userId="dcf4cd7b9224ec9a" providerId="LiveId" clId="{80BC5271-2EF7-4AC7-9212-08AF10325BF1}" dt="2026-03-22T14:17:53.290" v="22" actId="21"/>
          <ac:picMkLst>
            <pc:docMk/>
            <pc:sldMk cId="3981187392" sldId="269"/>
            <ac:picMk id="3" creationId="{773BAB99-BCAA-7E64-87AC-806A371585B4}"/>
          </ac:picMkLst>
        </pc:picChg>
        <pc:picChg chg="add mod">
          <ac:chgData name="immadisetty mohith" userId="dcf4cd7b9224ec9a" providerId="LiveId" clId="{80BC5271-2EF7-4AC7-9212-08AF10325BF1}" dt="2026-03-22T14:18:29.960" v="26" actId="1076"/>
          <ac:picMkLst>
            <pc:docMk/>
            <pc:sldMk cId="3981187392" sldId="269"/>
            <ac:picMk id="4" creationId="{B8694255-DAC2-7222-F63B-E6473C172EF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82371B-6CAE-4F17-9E93-304108621988}" type="datetimeFigureOut">
              <a:rPr lang="en-IN" smtClean="0"/>
              <a:pPr/>
              <a:t>23-03-2026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F3BD6-7E61-4424-9FC4-99CD1026EE24}" type="slidenum">
              <a:rPr lang="en-IN" smtClean="0"/>
              <a:pPr/>
              <a:t>‹#›</a:t>
            </a:fld>
            <a:endParaRPr lang="en-IN"/>
          </a:p>
        </p:txBody>
      </p:sp>
    </p:spTree>
    <p:extLst>
      <p:ext uri="{BB962C8B-B14F-4D97-AF65-F5344CB8AC3E}">
        <p14:creationId xmlns:p14="http://schemas.microsoft.com/office/powerpoint/2010/main" xmlns="" val="783195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xmlns="" id="{1194AAA3-5CF4-E695-04C9-0894FFF6F1F1}"/>
              </a:ext>
            </a:extLst>
          </p:cNvPr>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xmlns=""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xmlns=""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xmlns=""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23-03-2026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xmlns="" id="{7FFE0DA2-4723-7C13-5FD7-FC99B0394DDD}"/>
              </a:ext>
            </a:extLst>
          </p:cNvPr>
          <p:cNvSpPr txBox="1"/>
          <p:nvPr/>
        </p:nvSpPr>
        <p:spPr>
          <a:xfrm>
            <a:off x="1589438" y="6057900"/>
            <a:ext cx="15784162" cy="584775"/>
          </a:xfrm>
          <a:prstGeom prst="rect">
            <a:avLst/>
          </a:prstGeom>
          <a:noFill/>
        </p:spPr>
        <p:txBody>
          <a:bodyPr wrap="square" rtlCol="0">
            <a:spAutoFit/>
          </a:bodyPr>
          <a:lstStyle/>
          <a:p>
            <a:pPr algn="ctr"/>
            <a:r>
              <a:rPr lang="en-US" sz="3200" dirty="0"/>
              <a:t>Academic Campus Event &amp; Registration Portal</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D.SRAVANTHI  – VTU26109 – 23UECS0709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xmlns=""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xmlns=""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a:t>
            </a:r>
            <a:r>
              <a:rPr lang="en-US" sz="2000" b="1" dirty="0" smtClean="0">
                <a:latin typeface="Cambria" panose="02040503050406030204" pitchFamily="18" charset="0"/>
                <a:ea typeface="Cambria" panose="02040503050406030204" pitchFamily="18" charset="0"/>
              </a:rPr>
              <a:t>11 </a:t>
            </a:r>
            <a:r>
              <a:rPr lang="en-US" sz="2000" b="1" dirty="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Sustainable cities and communities</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xmlns=""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837E9E58-77B6-079D-9D0D-E380CADAD23D}"/>
              </a:ext>
            </a:extLst>
          </p:cNvPr>
          <p:cNvSpPr txBox="1"/>
          <p:nvPr/>
        </p:nvSpPr>
        <p:spPr>
          <a:xfrm>
            <a:off x="1746185" y="1263748"/>
            <a:ext cx="15082325" cy="12157174"/>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b="1" dirty="0">
              <a:solidFill>
                <a:srgbClr val="0033CC"/>
              </a:solidFill>
            </a:endParaRPr>
          </a:p>
          <a:p>
            <a:r>
              <a:rPr lang="en-US" sz="2800" dirty="0"/>
              <a:t>Campus events are managed manually, which leads to paperwork, errors, and time consumption.</a:t>
            </a:r>
          </a:p>
          <a:p>
            <a:endParaRPr lang="en-US" sz="2800" dirty="0"/>
          </a:p>
          <a:p>
            <a:r>
              <a:rPr lang="en-US" sz="2800" b="1" dirty="0">
                <a:solidFill>
                  <a:srgbClr val="0033CC"/>
                </a:solidFill>
              </a:rPr>
              <a:t>Why this project is important:</a:t>
            </a:r>
          </a:p>
          <a:p>
            <a:endParaRPr lang="en-US" sz="2800" dirty="0"/>
          </a:p>
          <a:p>
            <a:r>
              <a:rPr lang="en-US" sz="2800" dirty="0"/>
              <a:t>It automates event registration and management, reducing manual work and improving efficiency.</a:t>
            </a:r>
          </a:p>
          <a:p>
            <a:endParaRPr lang="en-US" sz="2800" dirty="0"/>
          </a:p>
          <a:p>
            <a:r>
              <a:rPr lang="en-US" sz="2800" b="1" dirty="0">
                <a:solidFill>
                  <a:srgbClr val="0033CC"/>
                </a:solidFill>
              </a:rPr>
              <a:t>Real-world relevance:</a:t>
            </a:r>
          </a:p>
          <a:p>
            <a:endParaRPr lang="en-US" sz="2800" dirty="0"/>
          </a:p>
          <a:p>
            <a:r>
              <a:rPr lang="en-US" sz="2800" dirty="0"/>
              <a:t>Helpful for colleges and institutions to manage technical, cultural, and academic events digitally.</a:t>
            </a:r>
          </a:p>
          <a:p>
            <a:endParaRPr lang="en-US" sz="2800" dirty="0"/>
          </a:p>
          <a:p>
            <a:r>
              <a:rPr lang="en-US" sz="2800" b="1" dirty="0">
                <a:solidFill>
                  <a:srgbClr val="0033CC"/>
                </a:solidFill>
              </a:rPr>
              <a:t>Brief overview of the system:</a:t>
            </a:r>
          </a:p>
          <a:p>
            <a:endParaRPr lang="en-US" sz="2800" dirty="0"/>
          </a:p>
          <a:p>
            <a:r>
              <a:rPr lang="en-US" sz="2800" dirty="0"/>
              <a:t>A web-based portal where the admin manages events and students register online.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xmlns=""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BDE2941C-1504-53F9-99B2-48002CA9A345}"/>
              </a:ext>
            </a:extLst>
          </p:cNvPr>
          <p:cNvSpPr txBox="1"/>
          <p:nvPr/>
        </p:nvSpPr>
        <p:spPr>
          <a:xfrm>
            <a:off x="2209800" y="1638300"/>
            <a:ext cx="15082325" cy="6124754"/>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marL="457200" indent="-457200">
              <a:buFontTx/>
              <a:buChar char="-"/>
            </a:pPr>
            <a:r>
              <a:rPr lang="en-US" sz="2800" dirty="0"/>
              <a:t>Many colleges still manage campus events manually through paperwork and offline registrations, which often leads to errors, confusion, and difficulty in tracking student participation. Managing multiple events at the same time becomes challenging, and important data may not be properly organized or securely stored. Communication between students and administrators is also inefficient, and the entire process consumes a significant amount of time and effort. Therefore, there is a strong need for a centralized, automated, and secure web-based event management system to simplify, organize, and streamline the overall event registration and management process.</a:t>
            </a:r>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xmlns=""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xmlns=""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2" name="TextBox 51">
            <a:extLst>
              <a:ext uri="{FF2B5EF4-FFF2-40B4-BE49-F238E27FC236}">
                <a16:creationId xmlns:a16="http://schemas.microsoft.com/office/drawing/2014/main" xmlns="" id="{056A0A3A-1541-5EC0-5370-02DA282ABDDE}"/>
              </a:ext>
            </a:extLst>
          </p:cNvPr>
          <p:cNvSpPr txBox="1"/>
          <p:nvPr/>
        </p:nvSpPr>
        <p:spPr>
          <a:xfrm>
            <a:off x="2209800" y="1638300"/>
            <a:ext cx="15082325" cy="7417415"/>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1. To design and develop a secure web-based Academic Campus Event Portal for efficient event creation and management.</a:t>
            </a:r>
          </a:p>
          <a:p>
            <a:pPr algn="just"/>
            <a:endParaRPr lang="en-US" sz="2800" dirty="0"/>
          </a:p>
          <a:p>
            <a:pPr algn="just"/>
            <a:r>
              <a:rPr lang="en-US" sz="2800" dirty="0"/>
              <a:t>2. To implement an online student registration system with proper data storage and easy tracking of events and participants.</a:t>
            </a:r>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xmlns=""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6" name="TextBox 45">
            <a:extLst>
              <a:ext uri="{FF2B5EF4-FFF2-40B4-BE49-F238E27FC236}">
                <a16:creationId xmlns:a16="http://schemas.microsoft.com/office/drawing/2014/main" xmlns=""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E8F19716-1653-9AE0-442E-B3829A585B46}"/>
              </a:ext>
            </a:extLst>
          </p:cNvPr>
          <p:cNvSpPr txBox="1"/>
          <p:nvPr/>
        </p:nvSpPr>
        <p:spPr>
          <a:xfrm>
            <a:off x="1570676" y="1501974"/>
            <a:ext cx="16292949" cy="12157174"/>
          </a:xfrm>
          <a:prstGeom prst="rect">
            <a:avLst/>
          </a:prstGeom>
          <a:noFill/>
        </p:spPr>
        <p:txBody>
          <a:bodyPr wrap="square" rtlCol="0">
            <a:spAutoFit/>
          </a:bodyPr>
          <a:lstStyle/>
          <a:p>
            <a:pPr lvl="1"/>
            <a:endParaRPr lang="en-US" sz="2800" dirty="0"/>
          </a:p>
          <a:p>
            <a:pPr lvl="1"/>
            <a:endParaRPr lang="en-US" sz="2800" dirty="0"/>
          </a:p>
          <a:p>
            <a:pPr marL="971550" lvl="1" indent="-514350">
              <a:buAutoNum type="arabicPeriod"/>
            </a:pPr>
            <a:r>
              <a:rPr lang="en-US" sz="2800" dirty="0"/>
              <a:t>The system is a web-based Academic Campus Event &amp; Registration Portal.</a:t>
            </a:r>
          </a:p>
          <a:p>
            <a:pPr marL="971550" lvl="1" indent="-514350">
              <a:buAutoNum type="arabicPeriod"/>
            </a:pPr>
            <a:endParaRPr lang="en-US" sz="2800" dirty="0"/>
          </a:p>
          <a:p>
            <a:pPr marL="457200" indent="-457200">
              <a:buFontTx/>
              <a:buChar char="-"/>
            </a:pPr>
            <a:r>
              <a:rPr lang="en-US" sz="2800" dirty="0"/>
              <a:t>2. It provides secure Admin and Student login authentication.</a:t>
            </a:r>
          </a:p>
          <a:p>
            <a:pPr marL="457200" indent="-457200">
              <a:buFontTx/>
              <a:buChar char="-"/>
            </a:pPr>
            <a:endParaRPr lang="en-US" sz="2800" dirty="0"/>
          </a:p>
          <a:p>
            <a:pPr marL="457200" indent="-457200">
              <a:buFontTx/>
              <a:buChar char="-"/>
            </a:pPr>
            <a:r>
              <a:rPr lang="en-US" sz="2800" dirty="0"/>
              <a:t>3. Admin can create, update, and delete events.</a:t>
            </a:r>
          </a:p>
          <a:p>
            <a:pPr marL="457200" indent="-457200">
              <a:buFontTx/>
              <a:buChar char="-"/>
            </a:pPr>
            <a:endParaRPr lang="en-US" sz="2800" dirty="0"/>
          </a:p>
          <a:p>
            <a:pPr marL="457200" indent="-457200">
              <a:buFontTx/>
              <a:buChar char="-"/>
            </a:pPr>
            <a:r>
              <a:rPr lang="en-US" sz="2800" dirty="0"/>
              <a:t>4. Students can view available events online.</a:t>
            </a:r>
          </a:p>
          <a:p>
            <a:pPr marL="457200" indent="-457200">
              <a:buFontTx/>
              <a:buChar char="-"/>
            </a:pPr>
            <a:endParaRPr lang="en-US" sz="2800" dirty="0"/>
          </a:p>
          <a:p>
            <a:pPr marL="457200" indent="-457200">
              <a:buFontTx/>
              <a:buChar char="-"/>
            </a:pPr>
            <a:r>
              <a:rPr lang="en-US" sz="2800" dirty="0"/>
              <a:t>5. Students can register for events through the portal.</a:t>
            </a:r>
          </a:p>
          <a:p>
            <a:pPr marL="457200" indent="-457200">
              <a:buFontTx/>
              <a:buChar char="-"/>
            </a:pPr>
            <a:endParaRPr lang="en-US" sz="2800" dirty="0"/>
          </a:p>
          <a:p>
            <a:pPr marL="457200" indent="-457200">
              <a:buFontTx/>
              <a:buChar char="-"/>
            </a:pPr>
            <a:r>
              <a:rPr lang="en-US" sz="2800" dirty="0"/>
              <a:t>6. All registration data is stored securely in a database.</a:t>
            </a:r>
          </a:p>
          <a:p>
            <a:pPr marL="457200" indent="-457200">
              <a:buFontTx/>
              <a:buChar char="-"/>
            </a:pPr>
            <a:endParaRPr lang="en-US" sz="2800" dirty="0"/>
          </a:p>
          <a:p>
            <a:pPr marL="457200" indent="-457200">
              <a:buFontTx/>
              <a:buChar char="-"/>
            </a:pPr>
            <a:r>
              <a:rPr lang="en-US" sz="2800" dirty="0"/>
              <a:t>7. Admin can view and manage registered participants.</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xmlns="" id="{3B28D16C-07BA-60D7-A9C8-4A8BE9FA510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Admin can view and manage registered participants.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xmlns="" id="{528268D9-C584-EC3C-45DD-2B13ADFA8980}"/>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xmlns=""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2" name="TextBox 41">
            <a:extLst>
              <a:ext uri="{FF2B5EF4-FFF2-40B4-BE49-F238E27FC236}">
                <a16:creationId xmlns:a16="http://schemas.microsoft.com/office/drawing/2014/main" xmlns=""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xmlns=""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xmlns="" id="{7C2D3D7E-3A7F-E0BB-5B8E-44CF9AA3D9A9}"/>
              </a:ext>
            </a:extLst>
          </p:cNvPr>
          <p:cNvPicPr>
            <a:picLocks noChangeAspect="1"/>
          </p:cNvPicPr>
          <p:nvPr/>
        </p:nvPicPr>
        <p:blipFill>
          <a:blip r:embed="rId4"/>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xmlns=""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xmlns="" id="{A7F571D3-0FC5-5D03-B33B-2983140F35B4}"/>
              </a:ext>
            </a:extLst>
          </p:cNvPr>
          <p:cNvPicPr>
            <a:picLocks noChangeAspect="1"/>
          </p:cNvPicPr>
          <p:nvPr/>
        </p:nvPicPr>
        <p:blipFill>
          <a:blip r:embed="rId4"/>
          <a:stretch>
            <a:fillRect/>
          </a:stretch>
        </p:blipFill>
        <p:spPr>
          <a:xfrm>
            <a:off x="4435340" y="1108835"/>
            <a:ext cx="9083540" cy="9083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7" name="TextBox 46">
            <a:extLst>
              <a:ext uri="{FF2B5EF4-FFF2-40B4-BE49-F238E27FC236}">
                <a16:creationId xmlns:a16="http://schemas.microsoft.com/office/drawing/2014/main" xmlns=""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26E9F5F9-CCF8-6F05-4C01-034C88D7529E}"/>
              </a:ext>
            </a:extLst>
          </p:cNvPr>
          <p:cNvSpPr txBox="1"/>
          <p:nvPr/>
        </p:nvSpPr>
        <p:spPr>
          <a:xfrm>
            <a:off x="1981200" y="1528750"/>
            <a:ext cx="15082325" cy="14742497"/>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endParaRPr lang="en-US" sz="2800" dirty="0"/>
          </a:p>
          <a:p>
            <a:r>
              <a:rPr lang="en-IN" sz="2800" b="1" dirty="0">
                <a:solidFill>
                  <a:srgbClr val="0033CC"/>
                </a:solidFill>
              </a:rPr>
              <a:t>Database:</a:t>
            </a:r>
          </a:p>
          <a:p>
            <a:endParaRPr lang="en-IN" sz="2800" b="1" dirty="0">
              <a:solidFill>
                <a:srgbClr val="0033CC"/>
              </a:solidFill>
            </a:endParaRPr>
          </a:p>
          <a:p>
            <a:r>
              <a:rPr lang="en-IN" sz="2800" dirty="0"/>
              <a:t>MySQL</a:t>
            </a:r>
          </a:p>
          <a:p>
            <a:endParaRPr lang="en-IN" sz="2800" dirty="0"/>
          </a:p>
          <a:p>
            <a:r>
              <a:rPr lang="en-US" sz="2800" b="1" dirty="0">
                <a:solidFill>
                  <a:srgbClr val="0033CC"/>
                </a:solidFill>
              </a:rPr>
              <a:t> Server:</a:t>
            </a:r>
          </a:p>
          <a:p>
            <a:r>
              <a:rPr lang="en-US" sz="2800" dirty="0"/>
              <a:t>XAMPP (Apache Server + MySQL)</a:t>
            </a:r>
          </a:p>
          <a:p>
            <a:endParaRPr lang="en-US" sz="2800" dirty="0"/>
          </a:p>
          <a:p>
            <a:r>
              <a:rPr lang="en-US" sz="2800" dirty="0">
                <a:solidFill>
                  <a:srgbClr val="0033CC"/>
                </a:solidFill>
              </a:rPr>
              <a:t>Tools:</a:t>
            </a:r>
            <a:endParaRPr lang="en-IN" sz="2800" dirty="0"/>
          </a:p>
          <a:p>
            <a:pPr marL="514350" indent="-514350">
              <a:buFontTx/>
              <a:buAutoNum type="arabicPeriod"/>
            </a:pPr>
            <a:r>
              <a:rPr lang="en-IN" sz="2800" dirty="0"/>
              <a:t>Web Browser (Chrome / Edge)</a:t>
            </a:r>
            <a:r>
              <a:rPr lang="en-US" sz="2800" dirty="0"/>
              <a:t> </a:t>
            </a:r>
          </a:p>
          <a:p>
            <a:r>
              <a:rPr lang="en-US" sz="2800" dirty="0"/>
              <a:t>2. VS Code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304C197-EAC7-7A26-FAED-ED7302DBEC6E}"/>
              </a:ext>
            </a:extLst>
          </p:cNvPr>
          <p:cNvSpPr txBox="1"/>
          <p:nvPr/>
        </p:nvSpPr>
        <p:spPr>
          <a:xfrm>
            <a:off x="2029274" y="2118571"/>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This module handles Admin and Student registration, login authentication, and profile management to ensure secure access to the system.</a:t>
            </a:r>
            <a:endParaRPr lang="en-IN" sz="2800" dirty="0"/>
          </a:p>
          <a:p>
            <a:endParaRPr lang="en-IN" sz="2800" dirty="0"/>
          </a:p>
          <a:p>
            <a:r>
              <a:rPr lang="en-IN" sz="2800" b="1" dirty="0"/>
              <a:t>Module 2: </a:t>
            </a:r>
            <a:r>
              <a:rPr lang="en-IN" sz="2800" dirty="0"/>
              <a:t>Event</a:t>
            </a:r>
            <a:r>
              <a:rPr lang="en-IN" sz="2800" b="1" dirty="0"/>
              <a:t> Management</a:t>
            </a:r>
          </a:p>
          <a:p>
            <a:r>
              <a:rPr lang="en-US" sz="2800" dirty="0"/>
              <a:t>This module allows the Admin to create, update, and delete events, manage event details such as date, description, and available seats.</a:t>
            </a:r>
          </a:p>
          <a:p>
            <a:endParaRPr lang="en-IN" sz="2800" dirty="0"/>
          </a:p>
          <a:p>
            <a:r>
              <a:rPr lang="en-IN" sz="2800" b="1" dirty="0"/>
              <a:t>Module 3: </a:t>
            </a:r>
            <a:r>
              <a:rPr lang="en-IN" sz="2800" dirty="0"/>
              <a:t>Registration Management</a:t>
            </a:r>
          </a:p>
          <a:p>
            <a:r>
              <a:rPr lang="en-US" sz="2800" dirty="0"/>
              <a:t>This module enables students to view available events and register online, while storing registration details securely in the database.</a:t>
            </a:r>
            <a:r>
              <a:rPr lang="en-IN" sz="2800" dirty="0"/>
              <a:t>.</a:t>
            </a:r>
          </a:p>
          <a:p>
            <a:endParaRPr lang="en-IN" sz="2800" dirty="0"/>
          </a:p>
          <a:p>
            <a:r>
              <a:rPr lang="en-IN" sz="2800" b="1" dirty="0"/>
              <a:t>Module 4: </a:t>
            </a:r>
            <a:r>
              <a:rPr lang="en-IN" sz="2800" dirty="0"/>
              <a:t>Database Management</a:t>
            </a:r>
            <a:endParaRPr lang="en-IN" sz="2800" b="1" dirty="0"/>
          </a:p>
          <a:p>
            <a:r>
              <a:rPr lang="en-US" sz="2800" dirty="0"/>
              <a:t>This module manages data storage using MySQL (via XAMPP), including Users, Events, and Registrations tables.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xmlns=""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xmlns="" id="{F71AC22B-D387-2765-41F9-22C6313C99D3}"/>
              </a:ext>
            </a:extLst>
          </p:cNvPr>
          <p:cNvPicPr>
            <a:picLocks noChangeAspect="1"/>
          </p:cNvPicPr>
          <p:nvPr/>
        </p:nvPicPr>
        <p:blipFill>
          <a:blip r:embed="rId4"/>
          <a:stretch>
            <a:fillRect/>
          </a:stretch>
        </p:blipFill>
        <p:spPr>
          <a:xfrm>
            <a:off x="1967648" y="2254251"/>
            <a:ext cx="13792200" cy="6706457"/>
          </a:xfrm>
          <a:prstGeom prst="rect">
            <a:avLst/>
          </a:prstGeom>
        </p:spPr>
      </p:pic>
    </p:spTree>
    <p:extLst>
      <p:ext uri="{BB962C8B-B14F-4D97-AF65-F5344CB8AC3E}">
        <p14:creationId xmlns:p14="http://schemas.microsoft.com/office/powerpoint/2010/main" xmlns=""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xmlns=""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Admin 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xmlns="" id="{B8694255-DAC2-7222-F63B-E6473C172EF4}"/>
              </a:ext>
            </a:extLst>
          </p:cNvPr>
          <p:cNvPicPr>
            <a:picLocks noChangeAspect="1"/>
          </p:cNvPicPr>
          <p:nvPr/>
        </p:nvPicPr>
        <p:blipFill>
          <a:blip r:embed="rId4"/>
          <a:stretch>
            <a:fillRect/>
          </a:stretch>
        </p:blipFill>
        <p:spPr>
          <a:xfrm>
            <a:off x="2162160" y="2264048"/>
            <a:ext cx="14098266" cy="6731922"/>
          </a:xfrm>
          <a:prstGeom prst="rect">
            <a:avLst/>
          </a:prstGeom>
        </p:spPr>
      </p:pic>
    </p:spTree>
    <p:extLst>
      <p:ext uri="{BB962C8B-B14F-4D97-AF65-F5344CB8AC3E}">
        <p14:creationId xmlns:p14="http://schemas.microsoft.com/office/powerpoint/2010/main" xmlns=""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xmlns=""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6C0EA81E-D408-1A06-6895-1BF3CA09E497}"/>
              </a:ext>
            </a:extLst>
          </p:cNvPr>
          <p:cNvSpPr txBox="1"/>
          <p:nvPr/>
        </p:nvSpPr>
        <p:spPr>
          <a:xfrm>
            <a:off x="2209800" y="1638300"/>
            <a:ext cx="15342612"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xmlns="" id="{CA5DCFD6-69D2-C637-7259-372BBDB68F83}"/>
              </a:ext>
            </a:extLst>
          </p:cNvPr>
          <p:cNvPicPr>
            <a:picLocks noChangeAspect="1"/>
          </p:cNvPicPr>
          <p:nvPr/>
        </p:nvPicPr>
        <p:blipFill>
          <a:blip r:embed="rId4"/>
          <a:stretch>
            <a:fillRect/>
          </a:stretch>
        </p:blipFill>
        <p:spPr>
          <a:xfrm>
            <a:off x="2134884" y="1603846"/>
            <a:ext cx="14923479" cy="7181924"/>
          </a:xfrm>
          <a:prstGeom prst="rect">
            <a:avLst/>
          </a:prstGeom>
        </p:spPr>
      </p:pic>
    </p:spTree>
    <p:extLst>
      <p:ext uri="{BB962C8B-B14F-4D97-AF65-F5344CB8AC3E}">
        <p14:creationId xmlns:p14="http://schemas.microsoft.com/office/powerpoint/2010/main" xmlns=""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xmlns=""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xmlns=""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xmlns=""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xmlns=""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xmlns=""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xmlns=""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xmlns=""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xmlns=""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xmlns=""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35" name="Group 35">
            <a:extLst>
              <a:ext uri="{FF2B5EF4-FFF2-40B4-BE49-F238E27FC236}">
                <a16:creationId xmlns:a16="http://schemas.microsoft.com/office/drawing/2014/main" xmlns=""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xmlns=""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xmlns="" id="{597398E5-EA6C-3FA3-6EF1-44BC1D169726}"/>
              </a:ext>
            </a:extLst>
          </p:cNvPr>
          <p:cNvPicPr>
            <a:picLocks noChangeAspect="1"/>
          </p:cNvPicPr>
          <p:nvPr/>
        </p:nvPicPr>
        <p:blipFill>
          <a:blip r:embed="rId4"/>
          <a:stretch>
            <a:fillRect/>
          </a:stretch>
        </p:blipFill>
        <p:spPr>
          <a:xfrm>
            <a:off x="1765745" y="1564115"/>
            <a:ext cx="7985217" cy="3792978"/>
          </a:xfrm>
          <a:prstGeom prst="rect">
            <a:avLst/>
          </a:prstGeom>
        </p:spPr>
      </p:pic>
      <p:pic>
        <p:nvPicPr>
          <p:cNvPr id="39" name="Picture 38">
            <a:extLst>
              <a:ext uri="{FF2B5EF4-FFF2-40B4-BE49-F238E27FC236}">
                <a16:creationId xmlns:a16="http://schemas.microsoft.com/office/drawing/2014/main" xmlns="" id="{863D77E3-A4E7-9D84-02A6-9F67EC3049E1}"/>
              </a:ext>
            </a:extLst>
          </p:cNvPr>
          <p:cNvPicPr>
            <a:picLocks noChangeAspect="1"/>
          </p:cNvPicPr>
          <p:nvPr/>
        </p:nvPicPr>
        <p:blipFill>
          <a:blip r:embed="rId5"/>
          <a:stretch>
            <a:fillRect/>
          </a:stretch>
        </p:blipFill>
        <p:spPr>
          <a:xfrm>
            <a:off x="8753062" y="1544375"/>
            <a:ext cx="8932971" cy="3690434"/>
          </a:xfrm>
          <a:prstGeom prst="rect">
            <a:avLst/>
          </a:prstGeom>
        </p:spPr>
      </p:pic>
      <p:pic>
        <p:nvPicPr>
          <p:cNvPr id="41" name="Picture 40">
            <a:extLst>
              <a:ext uri="{FF2B5EF4-FFF2-40B4-BE49-F238E27FC236}">
                <a16:creationId xmlns:a16="http://schemas.microsoft.com/office/drawing/2014/main" xmlns="" id="{83F156C0-858F-9D10-A566-74FD58DD2023}"/>
              </a:ext>
            </a:extLst>
          </p:cNvPr>
          <p:cNvPicPr>
            <a:picLocks noChangeAspect="1"/>
          </p:cNvPicPr>
          <p:nvPr/>
        </p:nvPicPr>
        <p:blipFill>
          <a:blip r:embed="rId6"/>
          <a:stretch>
            <a:fillRect/>
          </a:stretch>
        </p:blipFill>
        <p:spPr>
          <a:xfrm>
            <a:off x="1781058" y="5411021"/>
            <a:ext cx="10820400" cy="3408426"/>
          </a:xfrm>
          <a:prstGeom prst="rect">
            <a:avLst/>
          </a:prstGeom>
        </p:spPr>
      </p:pic>
      <p:pic>
        <p:nvPicPr>
          <p:cNvPr id="45" name="Picture 44">
            <a:extLst>
              <a:ext uri="{FF2B5EF4-FFF2-40B4-BE49-F238E27FC236}">
                <a16:creationId xmlns:a16="http://schemas.microsoft.com/office/drawing/2014/main" xmlns="" id="{8167279E-AA79-D9A2-9C00-D814950306ED}"/>
              </a:ext>
            </a:extLst>
          </p:cNvPr>
          <p:cNvPicPr>
            <a:picLocks noChangeAspect="1"/>
          </p:cNvPicPr>
          <p:nvPr/>
        </p:nvPicPr>
        <p:blipFill>
          <a:blip r:embed="rId7"/>
          <a:stretch>
            <a:fillRect/>
          </a:stretch>
        </p:blipFill>
        <p:spPr>
          <a:xfrm>
            <a:off x="12717329" y="5379407"/>
            <a:ext cx="4178138" cy="4533900"/>
          </a:xfrm>
          <a:prstGeom prst="rect">
            <a:avLst/>
          </a:prstGeom>
        </p:spPr>
      </p:pic>
    </p:spTree>
    <p:extLst>
      <p:ext uri="{BB962C8B-B14F-4D97-AF65-F5344CB8AC3E}">
        <p14:creationId xmlns:p14="http://schemas.microsoft.com/office/powerpoint/2010/main" xmlns=""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xmlns=""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xmlns=""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xmlns=""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xmlns=""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xmlns=""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xmlns=""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xmlns=""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xmlns=""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xmlns=""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xmlns=""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xmlns=""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xmlns=""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xmlns=""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xmlns=""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xmlns=""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xmlns=""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xmlns=""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xmlns=""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xmlns=""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xmlns=""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xmlns=""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xmlns=""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xmlns=""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xmlns=""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xmlns=""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xmlns=""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xmlns=""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xmlns=""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44" name="Group 44">
            <a:extLst>
              <a:ext uri="{FF2B5EF4-FFF2-40B4-BE49-F238E27FC236}">
                <a16:creationId xmlns:a16="http://schemas.microsoft.com/office/drawing/2014/main" xmlns=""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xmlns=""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xmlns=""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xmlns=""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C9F67AE5-ECE1-F1EA-A904-8B0B018D3538}"/>
              </a:ext>
            </a:extLst>
          </p:cNvPr>
          <p:cNvSpPr txBox="1"/>
          <p:nvPr/>
        </p:nvSpPr>
        <p:spPr>
          <a:xfrm>
            <a:off x="2209801" y="1638301"/>
            <a:ext cx="14576560" cy="8710077"/>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pPr marL="514350" indent="-514350">
              <a:buAutoNum type="arabicPeriod"/>
            </a:pPr>
            <a:r>
              <a:rPr lang="en-US" sz="2800" dirty="0"/>
              <a:t>Reduces manual paperwork and saves time</a:t>
            </a:r>
          </a:p>
          <a:p>
            <a:pPr marL="514350" indent="-514350">
              <a:buAutoNum type="arabicPeriod"/>
            </a:pPr>
            <a:r>
              <a:rPr lang="en-US" sz="2800" dirty="0"/>
              <a:t>Provides centralized and secure event management.</a:t>
            </a:r>
          </a:p>
          <a:p>
            <a:r>
              <a:rPr lang="en-US" sz="2800" dirty="0"/>
              <a:t>3.   Improves accuracy in storing and tracking registration data.</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a:t>1. Requires </a:t>
            </a:r>
            <a:r>
              <a:rPr lang="en-US" sz="2800" dirty="0"/>
              <a:t>continuous internet connection to access the portal.</a:t>
            </a:r>
          </a:p>
          <a:p>
            <a:r>
              <a:rPr lang="en-US" sz="2800" dirty="0"/>
              <a:t>2. Depends on XAMPP server availability for database access.</a:t>
            </a:r>
          </a:p>
          <a:p>
            <a:r>
              <a:rPr lang="en-US" sz="2800" dirty="0"/>
              <a:t>3. Limited to basic event management features.</a:t>
            </a:r>
          </a:p>
          <a:p>
            <a:r>
              <a:rPr lang="en-US" sz="2800" dirty="0"/>
              <a:t>4. Requires technical knowledge for maintenance and security configuration.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xmlns=""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398</TotalTime>
  <Words>775</Words>
  <Application>Microsoft Office PowerPoint</Application>
  <PresentationFormat>Custom</PresentationFormat>
  <Paragraphs>345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vt:lpstr>
      <vt:lpstr>Bookman Old Style</vt:lpstr>
      <vt:lpstr>Times New Roman</vt:lpstr>
      <vt:lpstr>Gotham</vt:lpstr>
      <vt:lpstr>Gotham Bold Italics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dell</dc:creator>
  <cp:lastModifiedBy>dell</cp:lastModifiedBy>
  <cp:revision>14</cp:revision>
  <dcterms:created xsi:type="dcterms:W3CDTF">2006-08-16T00:00:00Z</dcterms:created>
  <dcterms:modified xsi:type="dcterms:W3CDTF">2026-03-23T04:33:10Z</dcterms:modified>
  <dc:identifier>DAHCaYqJ9OU</dc:identifier>
</cp:coreProperties>
</file>